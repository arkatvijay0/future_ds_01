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Business Sales Performance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Project: Business Sales Performance Dashboard</a:t>
            </a:r>
          </a:p>
          <a:p>
            <a:pPr>
              <a:defRPr sz="2000"/>
            </a:pPr>
            <a:r>
              <a:t>Tool: Microsoft Power BI</a:t>
            </a:r>
          </a:p>
          <a:p>
            <a:pPr>
              <a:defRPr sz="2000"/>
            </a:pPr>
            <a:r>
              <a:t>Dataset: Online Retail Sales</a:t>
            </a:r>
          </a:p>
          <a:p>
            <a:pPr>
              <a:defRPr sz="2000"/>
            </a:pPr>
            <a:r>
              <a:t>Purpose: Analyze revenue, customers, products, orders and countries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Businesses need an interactive dashboard to monitor KPIs.</a:t>
            </a:r>
          </a:p>
          <a:p>
            <a:pPr>
              <a:defRPr sz="2000"/>
            </a:pPr>
            <a:r>
              <a:t>Track revenue trends, customer performance, product sales and country-wise distribution.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Fields used: InvoiceNo, InvoiceDate, CustomerID, Country, Description, StockCode, Quantity, UnitPrice, Sales, Month.</a:t>
            </a:r>
          </a:p>
          <a:p>
            <a:pPr>
              <a:defRPr sz="2000"/>
            </a:pPr>
            <a:r>
              <a:t>Calculated measures: Total Revenue, Total Orders, Total Customers, Total Products.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Imported dataset into Power BI.</a:t>
            </a:r>
          </a:p>
          <a:p>
            <a:pPr>
              <a:defRPr sz="2000"/>
            </a:pPr>
            <a:r>
              <a:t>Created Sales column.</a:t>
            </a:r>
          </a:p>
          <a:p>
            <a:pPr>
              <a:defRPr sz="2000"/>
            </a:pPr>
            <a:r>
              <a:t>Created Month and Month Number.</a:t>
            </a:r>
          </a:p>
          <a:p>
            <a:pPr>
              <a:defRPr sz="2000"/>
            </a:pPr>
            <a:r>
              <a:t>Sorted Month using Month Number.</a:t>
            </a:r>
          </a:p>
          <a:p>
            <a:pPr>
              <a:defRPr sz="2000"/>
            </a:pPr>
            <a:r>
              <a:t>Created DAX measures for KPIs.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Dashboard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Total Revenue</a:t>
            </a:r>
          </a:p>
          <a:p>
            <a:pPr>
              <a:defRPr sz="2000"/>
            </a:pPr>
            <a:r>
              <a:t>Total Orders</a:t>
            </a:r>
          </a:p>
          <a:p>
            <a:pPr>
              <a:defRPr sz="2000"/>
            </a:pPr>
            <a:r>
              <a:t>Total Customers</a:t>
            </a:r>
          </a:p>
          <a:p>
            <a:pPr>
              <a:defRPr sz="2000"/>
            </a:pPr>
            <a:r>
              <a:t>Total Products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Visualizations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Monthly Sales Trend</a:t>
            </a:r>
          </a:p>
          <a:p>
            <a:pPr>
              <a:defRPr sz="2000"/>
            </a:pPr>
            <a:r>
              <a:t>Top Countries by Revenue</a:t>
            </a:r>
          </a:p>
          <a:p>
            <a:pPr>
              <a:defRPr sz="2000"/>
            </a:pPr>
            <a:r>
              <a:t>Top 10 Products by Revenue</a:t>
            </a:r>
          </a:p>
          <a:p>
            <a:pPr>
              <a:defRPr sz="2000"/>
            </a:pPr>
            <a:r>
              <a:t>Top 10 Customers by Revenue</a:t>
            </a:r>
          </a:p>
          <a:p>
            <a:pPr>
              <a:defRPr sz="2000"/>
            </a:pPr>
            <a:r>
              <a:t>Revenue Share by Country (Donut Chart)</a:t>
            </a:r>
          </a:p>
          <a:p>
            <a:pPr>
              <a:defRPr sz="2000"/>
            </a:pPr>
            <a:r>
              <a:t>Month Slicer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United Kingdom contributes the majority of revenue.</a:t>
            </a:r>
          </a:p>
          <a:p>
            <a:pPr>
              <a:defRPr sz="2000"/>
            </a:pPr>
            <a:r>
              <a:t>Revenue varies by month.</a:t>
            </a:r>
          </a:p>
          <a:p>
            <a:pPr>
              <a:defRPr sz="2000"/>
            </a:pPr>
            <a:r>
              <a:t>A few products contribute significantly to sales.</a:t>
            </a:r>
          </a:p>
          <a:p>
            <a:pPr>
              <a:defRPr sz="2000"/>
            </a:pPr>
            <a:r>
              <a:t>Top customers generate a large share of revenue.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Interactive filtering using Month slicer.</a:t>
            </a:r>
          </a:p>
          <a:p>
            <a:pPr>
              <a:defRPr sz="2000"/>
            </a:pPr>
            <a:r>
              <a:t>Cross-filtering across visuals.</a:t>
            </a:r>
          </a:p>
          <a:p>
            <a:pPr>
              <a:defRPr sz="2000"/>
            </a:pPr>
            <a:r>
              <a:t>Professional KPI cards and charts.</a:t>
            </a:r>
          </a:p>
          <a:p>
            <a:pPr>
              <a:defRPr sz="2000"/>
            </a:pPr>
            <a:r>
              <a:t>Business-friendly layout.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Tools &amp;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Power BI Desktop</a:t>
            </a:r>
          </a:p>
          <a:p>
            <a:pPr>
              <a:defRPr sz="2000"/>
            </a:pPr>
            <a:r>
              <a:t>Power Query</a:t>
            </a:r>
          </a:p>
          <a:p>
            <a:pPr>
              <a:defRPr sz="2000"/>
            </a:pPr>
            <a:r>
              <a:t>DAX</a:t>
            </a:r>
          </a:p>
          <a:p>
            <a:pPr>
              <a:defRPr sz="2000"/>
            </a:pPr>
            <a:r>
              <a:t>Data Modeling</a:t>
            </a:r>
          </a:p>
          <a:p>
            <a:pPr>
              <a:defRPr sz="2000"/>
            </a:pPr>
            <a:r>
              <a:t>Data Visualization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Challenges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Month sorting issue solved using Month Number.</a:t>
            </a:r>
          </a:p>
          <a:p>
            <a:pPr>
              <a:defRPr sz="2000"/>
            </a:pPr>
            <a:r>
              <a:t>Created distinct count measures.</a:t>
            </a:r>
          </a:p>
          <a:p>
            <a:pPr>
              <a:defRPr sz="2000"/>
            </a:pPr>
            <a:r>
              <a:t>Improved dashboard formatting and alignment.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Add Year filter.</a:t>
            </a:r>
          </a:p>
          <a:p>
            <a:pPr>
              <a:defRPr sz="2000"/>
            </a:pPr>
            <a:r>
              <a:t>Add drill-through pages.</a:t>
            </a:r>
          </a:p>
          <a:p>
            <a:pPr>
              <a:defRPr sz="2000"/>
            </a:pPr>
            <a:r>
              <a:t>Add tooltip pages.</a:t>
            </a:r>
          </a:p>
          <a:p>
            <a:pPr>
              <a:defRPr sz="2000"/>
            </a:pPr>
            <a:r>
              <a:t>Publish to Power BI Service.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Built an end-to-end interactive Business Sales Performance Dashboard.</a:t>
            </a:r>
          </a:p>
          <a:p>
            <a:pPr>
              <a:defRPr sz="2000"/>
            </a:pPr>
            <a:r>
              <a:t>Provides actionable insights for decision making.</a:t>
            </a:r>
          </a:p>
          <a:p>
            <a:pPr>
              <a:defRPr sz="2000"/>
            </a:pPr>
            <a:r>
              <a:t>Suitable for portfolio, GitHub and LinkedIn showcase.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